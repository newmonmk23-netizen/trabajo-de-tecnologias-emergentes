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Retropix" charset="1" panose="00000000000000000000"/>
      <p:regular r:id="rId15"/>
    </p:embeddedFont>
    <p:embeddedFont>
      <p:font typeface="ITC Avant Garde Gothic" charset="1" panose="020B05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svg" Type="http://schemas.openxmlformats.org/officeDocument/2006/relationships/image"/><Relationship Id="rId2" Target="../media/image23.png" Type="http://schemas.openxmlformats.org/officeDocument/2006/relationships/image"/><Relationship Id="rId20" Target="../media/image41.png" Type="http://schemas.openxmlformats.org/officeDocument/2006/relationships/image"/><Relationship Id="rId21" Target="../media/image42.svg" Type="http://schemas.openxmlformats.org/officeDocument/2006/relationships/image"/><Relationship Id="rId22" Target="../media/image43.png" Type="http://schemas.openxmlformats.org/officeDocument/2006/relationships/image"/><Relationship Id="rId23" Target="../media/image44.svg" Type="http://schemas.openxmlformats.org/officeDocument/2006/relationships/image"/><Relationship Id="rId24" Target="../media/image45.png" Type="http://schemas.openxmlformats.org/officeDocument/2006/relationships/image"/><Relationship Id="rId25" Target="../media/image46.svg" Type="http://schemas.openxmlformats.org/officeDocument/2006/relationships/image"/><Relationship Id="rId26" Target="../media/image47.png" Type="http://schemas.openxmlformats.org/officeDocument/2006/relationships/image"/><Relationship Id="rId27" Target="../media/image48.svg" Type="http://schemas.openxmlformats.org/officeDocument/2006/relationships/image"/><Relationship Id="rId28" Target="../media/image49.png" Type="http://schemas.openxmlformats.org/officeDocument/2006/relationships/image"/><Relationship Id="rId29" Target="../media/image50.svg" Type="http://schemas.openxmlformats.org/officeDocument/2006/relationships/image"/><Relationship Id="rId3" Target="../media/image24.svg" Type="http://schemas.openxmlformats.org/officeDocument/2006/relationships/image"/><Relationship Id="rId30" Target="../media/image51.png" Type="http://schemas.openxmlformats.org/officeDocument/2006/relationships/image"/><Relationship Id="rId31" Target="../media/image5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04480">
            <a:off x="-4237035" y="-775669"/>
            <a:ext cx="12211163" cy="13077551"/>
          </a:xfrm>
          <a:custGeom>
            <a:avLst/>
            <a:gdLst/>
            <a:ahLst/>
            <a:cxnLst/>
            <a:rect r="r" b="b" t="t" l="l"/>
            <a:pathLst>
              <a:path h="13077551" w="12211163">
                <a:moveTo>
                  <a:pt x="0" y="0"/>
                </a:moveTo>
                <a:lnTo>
                  <a:pt x="12211163" y="0"/>
                </a:lnTo>
                <a:lnTo>
                  <a:pt x="12211163" y="13077551"/>
                </a:lnTo>
                <a:lnTo>
                  <a:pt x="0" y="13077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7711746">
            <a:off x="13302932" y="-3998053"/>
            <a:ext cx="8346977" cy="8939198"/>
          </a:xfrm>
          <a:custGeom>
            <a:avLst/>
            <a:gdLst/>
            <a:ahLst/>
            <a:cxnLst/>
            <a:rect r="r" b="b" t="t" l="l"/>
            <a:pathLst>
              <a:path h="8939198" w="8346977">
                <a:moveTo>
                  <a:pt x="0" y="0"/>
                </a:moveTo>
                <a:lnTo>
                  <a:pt x="8346977" y="0"/>
                </a:lnTo>
                <a:lnTo>
                  <a:pt x="8346977" y="8939198"/>
                </a:lnTo>
                <a:lnTo>
                  <a:pt x="0" y="8939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2806473"/>
            <a:ext cx="7293193" cy="7428252"/>
          </a:xfrm>
          <a:custGeom>
            <a:avLst/>
            <a:gdLst/>
            <a:ahLst/>
            <a:cxnLst/>
            <a:rect r="r" b="b" t="t" l="l"/>
            <a:pathLst>
              <a:path h="7428252" w="7293193">
                <a:moveTo>
                  <a:pt x="0" y="0"/>
                </a:moveTo>
                <a:lnTo>
                  <a:pt x="7293193" y="0"/>
                </a:lnTo>
                <a:lnTo>
                  <a:pt x="7293193" y="7428252"/>
                </a:lnTo>
                <a:lnTo>
                  <a:pt x="0" y="7428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46597" y="355997"/>
            <a:ext cx="13150762" cy="256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spc="187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DESARROLLO DE UNA APLICACION WEB USANDO INTELIGENCIA ARTIFICIAL PARA AYUDA A NIÑOS EN LA PRONUNCIACION DE PALABRAS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14050" y="5696431"/>
            <a:ext cx="7595319" cy="158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3399" spc="132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Por: Hanz Gabriel Arhuata Apaza</a:t>
            </a:r>
          </a:p>
          <a:p>
            <a:pPr algn="l">
              <a:lnSpc>
                <a:spcPts val="4011"/>
              </a:lnSpc>
            </a:pPr>
          </a:p>
          <a:p>
            <a:pPr algn="l">
              <a:lnSpc>
                <a:spcPts val="4011"/>
              </a:lnSpc>
            </a:pPr>
            <a:r>
              <a:rPr lang="en-US" sz="3399" spc="132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Carrera: Ingenieria de Sistemas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04003" y="471546"/>
            <a:ext cx="424697" cy="594360"/>
          </a:xfrm>
          <a:custGeom>
            <a:avLst/>
            <a:gdLst/>
            <a:ahLst/>
            <a:cxnLst/>
            <a:rect r="r" b="b" t="t" l="l"/>
            <a:pathLst>
              <a:path h="594360" w="424697">
                <a:moveTo>
                  <a:pt x="0" y="0"/>
                </a:moveTo>
                <a:lnTo>
                  <a:pt x="424697" y="0"/>
                </a:lnTo>
                <a:lnTo>
                  <a:pt x="424697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02087">
            <a:off x="4569792" y="662492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2" y="0"/>
                </a:lnTo>
                <a:lnTo>
                  <a:pt x="4917832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294259">
            <a:off x="14275731" y="-179501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1" y="0"/>
                </a:lnTo>
                <a:lnTo>
                  <a:pt x="4917831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256574" y="7353388"/>
            <a:ext cx="3161980" cy="3708079"/>
          </a:xfrm>
          <a:custGeom>
            <a:avLst/>
            <a:gdLst/>
            <a:ahLst/>
            <a:cxnLst/>
            <a:rect r="r" b="b" t="t" l="l"/>
            <a:pathLst>
              <a:path h="3708079" w="3161980">
                <a:moveTo>
                  <a:pt x="0" y="0"/>
                </a:moveTo>
                <a:lnTo>
                  <a:pt x="3161980" y="0"/>
                </a:lnTo>
                <a:lnTo>
                  <a:pt x="3161980" y="3708079"/>
                </a:lnTo>
                <a:lnTo>
                  <a:pt x="0" y="3708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37564" y="3180112"/>
            <a:ext cx="6998208" cy="3918997"/>
          </a:xfrm>
          <a:custGeom>
            <a:avLst/>
            <a:gdLst/>
            <a:ahLst/>
            <a:cxnLst/>
            <a:rect r="r" b="b" t="t" l="l"/>
            <a:pathLst>
              <a:path h="3918997" w="6998208">
                <a:moveTo>
                  <a:pt x="0" y="0"/>
                </a:moveTo>
                <a:lnTo>
                  <a:pt x="6998208" y="0"/>
                </a:lnTo>
                <a:lnTo>
                  <a:pt x="6998208" y="3918997"/>
                </a:lnTo>
                <a:lnTo>
                  <a:pt x="0" y="39189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90273" y="80962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ANTECEDENTES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9842" y="3432816"/>
            <a:ext cx="13707454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Google Classroom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Microsft Teams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Moddle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Smile and Learn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0273" y="1884077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Plataformas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02087">
            <a:off x="4569792" y="662492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2" y="0"/>
                </a:lnTo>
                <a:lnTo>
                  <a:pt x="4917832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294259">
            <a:off x="14275731" y="-179501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1" y="0"/>
                </a:lnTo>
                <a:lnTo>
                  <a:pt x="4917831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256574" y="7353388"/>
            <a:ext cx="3161980" cy="3708079"/>
          </a:xfrm>
          <a:custGeom>
            <a:avLst/>
            <a:gdLst/>
            <a:ahLst/>
            <a:cxnLst/>
            <a:rect r="r" b="b" t="t" l="l"/>
            <a:pathLst>
              <a:path h="3708079" w="3161980">
                <a:moveTo>
                  <a:pt x="0" y="0"/>
                </a:moveTo>
                <a:lnTo>
                  <a:pt x="3161980" y="0"/>
                </a:lnTo>
                <a:lnTo>
                  <a:pt x="3161980" y="3708079"/>
                </a:lnTo>
                <a:lnTo>
                  <a:pt x="0" y="3708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0273" y="80962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OBJETIVOS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0273" y="2996887"/>
            <a:ext cx="13707454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Desarrollar una aplicación web educativa que mejore las habilidades de pronunciación en niños de 3 años en adelante mediante reconocimiento de voz e imágenes.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0273" y="165798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General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0273" y="4716157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Especifico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90273" y="5678817"/>
            <a:ext cx="13707454" cy="241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207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1. Implementar un sistema de reconocimiento de imágenes en tiempo real</a:t>
            </a:r>
          </a:p>
          <a:p>
            <a:pPr algn="l">
              <a:lnSpc>
                <a:spcPts val="3779"/>
              </a:lnSpc>
            </a:pPr>
            <a:r>
              <a:rPr lang="en-US" sz="2699" spc="207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2. Desarrollar un módulo de verificación de pronunciación</a:t>
            </a:r>
          </a:p>
          <a:p>
            <a:pPr algn="l">
              <a:lnSpc>
                <a:spcPts val="3779"/>
              </a:lnSpc>
            </a:pPr>
            <a:r>
              <a:rPr lang="en-US" sz="2699" spc="207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3. Crear una biblioteca offline con 42 palabras básicas en español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 spc="207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4. Diseñar una interfaz intuitiva y atractiva para niños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02087">
            <a:off x="4569792" y="662492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2" y="0"/>
                </a:lnTo>
                <a:lnTo>
                  <a:pt x="4917832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294259">
            <a:off x="14275731" y="-179501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1" y="0"/>
                </a:lnTo>
                <a:lnTo>
                  <a:pt x="4917831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256574" y="7353388"/>
            <a:ext cx="3161980" cy="3708079"/>
          </a:xfrm>
          <a:custGeom>
            <a:avLst/>
            <a:gdLst/>
            <a:ahLst/>
            <a:cxnLst/>
            <a:rect r="r" b="b" t="t" l="l"/>
            <a:pathLst>
              <a:path h="3708079" w="3161980">
                <a:moveTo>
                  <a:pt x="0" y="0"/>
                </a:moveTo>
                <a:lnTo>
                  <a:pt x="3161980" y="0"/>
                </a:lnTo>
                <a:lnTo>
                  <a:pt x="3161980" y="3708079"/>
                </a:lnTo>
                <a:lnTo>
                  <a:pt x="0" y="3708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16857" y="3891874"/>
            <a:ext cx="3333628" cy="3333628"/>
          </a:xfrm>
          <a:custGeom>
            <a:avLst/>
            <a:gdLst/>
            <a:ahLst/>
            <a:cxnLst/>
            <a:rect r="r" b="b" t="t" l="l"/>
            <a:pathLst>
              <a:path h="3333628" w="3333628">
                <a:moveTo>
                  <a:pt x="0" y="0"/>
                </a:moveTo>
                <a:lnTo>
                  <a:pt x="3333628" y="0"/>
                </a:lnTo>
                <a:lnTo>
                  <a:pt x="3333628" y="3333628"/>
                </a:lnTo>
                <a:lnTo>
                  <a:pt x="0" y="3333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90273" y="80962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USO DE HERRAMIENTAS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0273" y="165798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IMAGGA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3024" y="3345114"/>
            <a:ext cx="13903833" cy="471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10" spc="18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una plataforma de Inteligencia Artificial (IA), que se especializa en el análisis y reconocimiento de imágenes mediante tecnología de visión por computadora.</a:t>
            </a:r>
          </a:p>
          <a:p>
            <a:pPr algn="l">
              <a:lnSpc>
                <a:spcPts val="3374"/>
              </a:lnSpc>
            </a:pPr>
            <a:r>
              <a:rPr lang="en-US" sz="2410" spc="18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Etiquetado automático: Identificar objetos, escenas y conceptos en una imagen (por ejemplo: "coche", "playa", "persona").</a:t>
            </a:r>
          </a:p>
          <a:p>
            <a:pPr algn="l">
              <a:lnSpc>
                <a:spcPts val="3374"/>
              </a:lnSpc>
            </a:pPr>
            <a:r>
              <a:rPr lang="en-US" sz="2410" spc="18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Clasificación por color: Analizar y extraer la paleta de colores dominante de una imagen.</a:t>
            </a:r>
          </a:p>
          <a:p>
            <a:pPr algn="l">
              <a:lnSpc>
                <a:spcPts val="3374"/>
              </a:lnSpc>
            </a:pPr>
            <a:r>
              <a:rPr lang="en-US" sz="2410" spc="18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Búsqueda por similitud: Encontrar imágenes visualmente similares a una imagen de referencia.</a:t>
            </a:r>
          </a:p>
          <a:p>
            <a:pPr algn="l" marL="0" indent="0" lvl="0">
              <a:lnSpc>
                <a:spcPts val="3374"/>
              </a:lnSpc>
              <a:spcBef>
                <a:spcPct val="0"/>
              </a:spcBef>
            </a:pPr>
            <a:r>
              <a:rPr lang="en-US" sz="2410" spc="18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Reconocimiento facial: Detectar caras y estimar características como la edad o el género.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02087">
            <a:off x="4569792" y="662492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2" y="0"/>
                </a:lnTo>
                <a:lnTo>
                  <a:pt x="4917832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294259">
            <a:off x="14275731" y="-179501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1" y="0"/>
                </a:lnTo>
                <a:lnTo>
                  <a:pt x="4917831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290273" y="80962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MODELO SPEECH TO TEXT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0273" y="3723652"/>
            <a:ext cx="13707454" cy="40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Características del Modelo: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Proveedor: Motor de reconocimiento del navegador (Google Chrome usa Google Cloud Speech-to-Text)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Idioma: Español (es-ES)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Tasa de muestreo: 16 kHz (estándar web)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Formato audio: PCM 16-bit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Latencia: 200-500ms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502087">
            <a:off x="4569792" y="662492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2" y="0"/>
                </a:lnTo>
                <a:lnTo>
                  <a:pt x="4917832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294259">
            <a:off x="14275731" y="-179501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1" y="0"/>
                </a:lnTo>
                <a:lnTo>
                  <a:pt x="4917831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290273" y="80962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MODELO TEXT TO SPEECH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90273" y="3723652"/>
            <a:ext cx="13707454" cy="400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Características del Modelo: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Proveedor: Voces del sistema operativo/navegador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Voces comunes: Microsoft David (Windows), Google español, voces nativas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Tecnología: TTS (Text-to-Speech) por concatenación o síntesis paramétrica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 spc="215">
                <a:solidFill>
                  <a:srgbClr val="C7C2E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Calidad: 8-bit/16-bit PCM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86831"/>
            <a:ext cx="7312602" cy="4113339"/>
          </a:xfrm>
          <a:custGeom>
            <a:avLst/>
            <a:gdLst/>
            <a:ahLst/>
            <a:cxnLst/>
            <a:rect r="r" b="b" t="t" l="l"/>
            <a:pathLst>
              <a:path h="4113339" w="7312602">
                <a:moveTo>
                  <a:pt x="0" y="0"/>
                </a:moveTo>
                <a:lnTo>
                  <a:pt x="7312602" y="0"/>
                </a:lnTo>
                <a:lnTo>
                  <a:pt x="7312602" y="4113338"/>
                </a:lnTo>
                <a:lnTo>
                  <a:pt x="0" y="411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63574" y="3123655"/>
            <a:ext cx="7181671" cy="4039690"/>
          </a:xfrm>
          <a:custGeom>
            <a:avLst/>
            <a:gdLst/>
            <a:ahLst/>
            <a:cxnLst/>
            <a:rect r="r" b="b" t="t" l="l"/>
            <a:pathLst>
              <a:path h="4039690" w="7181671">
                <a:moveTo>
                  <a:pt x="0" y="0"/>
                </a:moveTo>
                <a:lnTo>
                  <a:pt x="7181670" y="0"/>
                </a:lnTo>
                <a:lnTo>
                  <a:pt x="7181670" y="4039690"/>
                </a:lnTo>
                <a:lnTo>
                  <a:pt x="0" y="4039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0273" y="38544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RESULTADOS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502087">
            <a:off x="4569792" y="662492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2" y="0"/>
                </a:lnTo>
                <a:lnTo>
                  <a:pt x="4917832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31971"/>
            <a:ext cx="838876" cy="1441818"/>
          </a:xfrm>
          <a:custGeom>
            <a:avLst/>
            <a:gdLst/>
            <a:ahLst/>
            <a:cxnLst/>
            <a:rect r="r" b="b" t="t" l="l"/>
            <a:pathLst>
              <a:path h="1441818" w="838876">
                <a:moveTo>
                  <a:pt x="0" y="0"/>
                </a:moveTo>
                <a:lnTo>
                  <a:pt x="838876" y="0"/>
                </a:lnTo>
                <a:lnTo>
                  <a:pt x="838876" y="1441818"/>
                </a:lnTo>
                <a:lnTo>
                  <a:pt x="0" y="1441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294259">
            <a:off x="14275731" y="-1795013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1" y="0"/>
                </a:lnTo>
                <a:lnTo>
                  <a:pt x="4917831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51607"/>
            <a:ext cx="7528923" cy="4235019"/>
          </a:xfrm>
          <a:custGeom>
            <a:avLst/>
            <a:gdLst/>
            <a:ahLst/>
            <a:cxnLst/>
            <a:rect r="r" b="b" t="t" l="l"/>
            <a:pathLst>
              <a:path h="4235019" w="7528923">
                <a:moveTo>
                  <a:pt x="0" y="0"/>
                </a:moveTo>
                <a:lnTo>
                  <a:pt x="7528923" y="0"/>
                </a:lnTo>
                <a:lnTo>
                  <a:pt x="7528923" y="4235020"/>
                </a:lnTo>
                <a:lnTo>
                  <a:pt x="0" y="423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3000373"/>
            <a:ext cx="7620005" cy="4286253"/>
          </a:xfrm>
          <a:custGeom>
            <a:avLst/>
            <a:gdLst/>
            <a:ahLst/>
            <a:cxnLst/>
            <a:rect r="r" b="b" t="t" l="l"/>
            <a:pathLst>
              <a:path h="4286253" w="7620005">
                <a:moveTo>
                  <a:pt x="0" y="0"/>
                </a:moveTo>
                <a:lnTo>
                  <a:pt x="7620005" y="0"/>
                </a:lnTo>
                <a:lnTo>
                  <a:pt x="7620005" y="4286254"/>
                </a:lnTo>
                <a:lnTo>
                  <a:pt x="0" y="4286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0273" y="385445"/>
            <a:ext cx="13707454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RESULTADOS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604520"/>
            <a:ext cx="1622049" cy="1406759"/>
          </a:xfrm>
          <a:custGeom>
            <a:avLst/>
            <a:gdLst/>
            <a:ahLst/>
            <a:cxnLst/>
            <a:rect r="r" b="b" t="t" l="l"/>
            <a:pathLst>
              <a:path h="1406759" w="1622049">
                <a:moveTo>
                  <a:pt x="0" y="0"/>
                </a:moveTo>
                <a:lnTo>
                  <a:pt x="1622049" y="0"/>
                </a:lnTo>
                <a:lnTo>
                  <a:pt x="1622049" y="1406759"/>
                </a:lnTo>
                <a:lnTo>
                  <a:pt x="0" y="14067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326232">
            <a:off x="11646639" y="1015863"/>
            <a:ext cx="1212888" cy="1737209"/>
          </a:xfrm>
          <a:custGeom>
            <a:avLst/>
            <a:gdLst/>
            <a:ahLst/>
            <a:cxnLst/>
            <a:rect r="r" b="b" t="t" l="l"/>
            <a:pathLst>
              <a:path h="1737209" w="1212888">
                <a:moveTo>
                  <a:pt x="0" y="0"/>
                </a:moveTo>
                <a:lnTo>
                  <a:pt x="1212887" y="0"/>
                </a:lnTo>
                <a:lnTo>
                  <a:pt x="1212887" y="1737209"/>
                </a:lnTo>
                <a:lnTo>
                  <a:pt x="0" y="1737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36239" y="9258300"/>
            <a:ext cx="1435527" cy="1536070"/>
          </a:xfrm>
          <a:custGeom>
            <a:avLst/>
            <a:gdLst/>
            <a:ahLst/>
            <a:cxnLst/>
            <a:rect r="r" b="b" t="t" l="l"/>
            <a:pathLst>
              <a:path h="1536070" w="1435527">
                <a:moveTo>
                  <a:pt x="0" y="0"/>
                </a:moveTo>
                <a:lnTo>
                  <a:pt x="1435527" y="0"/>
                </a:lnTo>
                <a:lnTo>
                  <a:pt x="1435527" y="1536070"/>
                </a:lnTo>
                <a:lnTo>
                  <a:pt x="0" y="1536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502087">
            <a:off x="3363109" y="6885588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2" y="0"/>
                </a:lnTo>
                <a:lnTo>
                  <a:pt x="4917832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6294259">
            <a:off x="14305090" y="-1781871"/>
            <a:ext cx="4917831" cy="5266754"/>
          </a:xfrm>
          <a:custGeom>
            <a:avLst/>
            <a:gdLst/>
            <a:ahLst/>
            <a:cxnLst/>
            <a:rect r="r" b="b" t="t" l="l"/>
            <a:pathLst>
              <a:path h="5266754" w="4917831">
                <a:moveTo>
                  <a:pt x="0" y="0"/>
                </a:moveTo>
                <a:lnTo>
                  <a:pt x="4917831" y="0"/>
                </a:lnTo>
                <a:lnTo>
                  <a:pt x="4917831" y="5266754"/>
                </a:lnTo>
                <a:lnTo>
                  <a:pt x="0" y="52667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0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043" y="-311998"/>
            <a:ext cx="1262370" cy="1536070"/>
          </a:xfrm>
          <a:custGeom>
            <a:avLst/>
            <a:gdLst/>
            <a:ahLst/>
            <a:cxnLst/>
            <a:rect r="r" b="b" t="t" l="l"/>
            <a:pathLst>
              <a:path h="1536070" w="1262370">
                <a:moveTo>
                  <a:pt x="0" y="0"/>
                </a:moveTo>
                <a:lnTo>
                  <a:pt x="1262370" y="0"/>
                </a:lnTo>
                <a:lnTo>
                  <a:pt x="1262370" y="1536070"/>
                </a:lnTo>
                <a:lnTo>
                  <a:pt x="0" y="1536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30648" y="0"/>
            <a:ext cx="1279127" cy="1536070"/>
          </a:xfrm>
          <a:custGeom>
            <a:avLst/>
            <a:gdLst/>
            <a:ahLst/>
            <a:cxnLst/>
            <a:rect r="r" b="b" t="t" l="l"/>
            <a:pathLst>
              <a:path h="1536070" w="1279127">
                <a:moveTo>
                  <a:pt x="0" y="0"/>
                </a:moveTo>
                <a:lnTo>
                  <a:pt x="1279128" y="0"/>
                </a:lnTo>
                <a:lnTo>
                  <a:pt x="1279128" y="1536070"/>
                </a:lnTo>
                <a:lnTo>
                  <a:pt x="0" y="1536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50475" y="456037"/>
            <a:ext cx="1760080" cy="1536070"/>
          </a:xfrm>
          <a:custGeom>
            <a:avLst/>
            <a:gdLst/>
            <a:ahLst/>
            <a:cxnLst/>
            <a:rect r="r" b="b" t="t" l="l"/>
            <a:pathLst>
              <a:path h="1536070" w="1760080">
                <a:moveTo>
                  <a:pt x="0" y="0"/>
                </a:moveTo>
                <a:lnTo>
                  <a:pt x="1760081" y="0"/>
                </a:lnTo>
                <a:lnTo>
                  <a:pt x="1760081" y="1536070"/>
                </a:lnTo>
                <a:lnTo>
                  <a:pt x="0" y="15360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36915" y="456037"/>
            <a:ext cx="2128057" cy="1536070"/>
          </a:xfrm>
          <a:custGeom>
            <a:avLst/>
            <a:gdLst/>
            <a:ahLst/>
            <a:cxnLst/>
            <a:rect r="r" b="b" t="t" l="l"/>
            <a:pathLst>
              <a:path h="1536070" w="2128057">
                <a:moveTo>
                  <a:pt x="0" y="0"/>
                </a:moveTo>
                <a:lnTo>
                  <a:pt x="2128057" y="0"/>
                </a:lnTo>
                <a:lnTo>
                  <a:pt x="2128057" y="1536070"/>
                </a:lnTo>
                <a:lnTo>
                  <a:pt x="0" y="15360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11136" y="456037"/>
            <a:ext cx="1457870" cy="1536070"/>
          </a:xfrm>
          <a:custGeom>
            <a:avLst/>
            <a:gdLst/>
            <a:ahLst/>
            <a:cxnLst/>
            <a:rect r="r" b="b" t="t" l="l"/>
            <a:pathLst>
              <a:path h="1536070" w="1457870">
                <a:moveTo>
                  <a:pt x="0" y="0"/>
                </a:moveTo>
                <a:lnTo>
                  <a:pt x="1457870" y="0"/>
                </a:lnTo>
                <a:lnTo>
                  <a:pt x="1457870" y="1536070"/>
                </a:lnTo>
                <a:lnTo>
                  <a:pt x="0" y="15360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8604" y="2833797"/>
            <a:ext cx="1487048" cy="1208565"/>
          </a:xfrm>
          <a:custGeom>
            <a:avLst/>
            <a:gdLst/>
            <a:ahLst/>
            <a:cxnLst/>
            <a:rect r="r" b="b" t="t" l="l"/>
            <a:pathLst>
              <a:path h="1208565" w="1487048">
                <a:moveTo>
                  <a:pt x="0" y="0"/>
                </a:moveTo>
                <a:lnTo>
                  <a:pt x="1487048" y="0"/>
                </a:lnTo>
                <a:lnTo>
                  <a:pt x="1487048" y="1208565"/>
                </a:lnTo>
                <a:lnTo>
                  <a:pt x="0" y="12085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0755" y="9298126"/>
            <a:ext cx="1574380" cy="890240"/>
          </a:xfrm>
          <a:custGeom>
            <a:avLst/>
            <a:gdLst/>
            <a:ahLst/>
            <a:cxnLst/>
            <a:rect r="r" b="b" t="t" l="l"/>
            <a:pathLst>
              <a:path h="890240" w="1574380">
                <a:moveTo>
                  <a:pt x="0" y="0"/>
                </a:moveTo>
                <a:lnTo>
                  <a:pt x="1574380" y="0"/>
                </a:lnTo>
                <a:lnTo>
                  <a:pt x="1574380" y="890240"/>
                </a:lnTo>
                <a:lnTo>
                  <a:pt x="0" y="8902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59522" y="3998091"/>
            <a:ext cx="1327753" cy="1327753"/>
          </a:xfrm>
          <a:custGeom>
            <a:avLst/>
            <a:gdLst/>
            <a:ahLst/>
            <a:cxnLst/>
            <a:rect r="r" b="b" t="t" l="l"/>
            <a:pathLst>
              <a:path h="1327753" w="1327753">
                <a:moveTo>
                  <a:pt x="0" y="0"/>
                </a:moveTo>
                <a:lnTo>
                  <a:pt x="1327753" y="0"/>
                </a:lnTo>
                <a:lnTo>
                  <a:pt x="1327753" y="1327753"/>
                </a:lnTo>
                <a:lnTo>
                  <a:pt x="0" y="13277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04857" y="7645474"/>
            <a:ext cx="1806279" cy="1208565"/>
          </a:xfrm>
          <a:custGeom>
            <a:avLst/>
            <a:gdLst/>
            <a:ahLst/>
            <a:cxnLst/>
            <a:rect r="r" b="b" t="t" l="l"/>
            <a:pathLst>
              <a:path h="1208565" w="1806279">
                <a:moveTo>
                  <a:pt x="0" y="0"/>
                </a:moveTo>
                <a:lnTo>
                  <a:pt x="1806279" y="0"/>
                </a:lnTo>
                <a:lnTo>
                  <a:pt x="1806279" y="1208565"/>
                </a:lnTo>
                <a:lnTo>
                  <a:pt x="0" y="12085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55652" y="4946431"/>
            <a:ext cx="946357" cy="1441818"/>
          </a:xfrm>
          <a:custGeom>
            <a:avLst/>
            <a:gdLst/>
            <a:ahLst/>
            <a:cxnLst/>
            <a:rect r="r" b="b" t="t" l="l"/>
            <a:pathLst>
              <a:path h="1441818" w="946357">
                <a:moveTo>
                  <a:pt x="0" y="0"/>
                </a:moveTo>
                <a:lnTo>
                  <a:pt x="946357" y="0"/>
                </a:lnTo>
                <a:lnTo>
                  <a:pt x="946357" y="1441818"/>
                </a:lnTo>
                <a:lnTo>
                  <a:pt x="0" y="144181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340071" y="6230030"/>
            <a:ext cx="1060297" cy="1415445"/>
          </a:xfrm>
          <a:custGeom>
            <a:avLst/>
            <a:gdLst/>
            <a:ahLst/>
            <a:cxnLst/>
            <a:rect r="r" b="b" t="t" l="l"/>
            <a:pathLst>
              <a:path h="1415445" w="1060297">
                <a:moveTo>
                  <a:pt x="0" y="0"/>
                </a:moveTo>
                <a:lnTo>
                  <a:pt x="1060297" y="0"/>
                </a:lnTo>
                <a:lnTo>
                  <a:pt x="1060297" y="1415444"/>
                </a:lnTo>
                <a:lnTo>
                  <a:pt x="0" y="141544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56413" y="7995387"/>
            <a:ext cx="845596" cy="1302739"/>
          </a:xfrm>
          <a:custGeom>
            <a:avLst/>
            <a:gdLst/>
            <a:ahLst/>
            <a:cxnLst/>
            <a:rect r="r" b="b" t="t" l="l"/>
            <a:pathLst>
              <a:path h="1302739" w="845596">
                <a:moveTo>
                  <a:pt x="0" y="0"/>
                </a:moveTo>
                <a:lnTo>
                  <a:pt x="845596" y="0"/>
                </a:lnTo>
                <a:lnTo>
                  <a:pt x="845596" y="1302739"/>
                </a:lnTo>
                <a:lnTo>
                  <a:pt x="0" y="130273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29925" y="7476786"/>
            <a:ext cx="1420831" cy="1265831"/>
          </a:xfrm>
          <a:custGeom>
            <a:avLst/>
            <a:gdLst/>
            <a:ahLst/>
            <a:cxnLst/>
            <a:rect r="r" b="b" t="t" l="l"/>
            <a:pathLst>
              <a:path h="1265831" w="1420831">
                <a:moveTo>
                  <a:pt x="0" y="0"/>
                </a:moveTo>
                <a:lnTo>
                  <a:pt x="1420830" y="0"/>
                </a:lnTo>
                <a:lnTo>
                  <a:pt x="1420830" y="1265831"/>
                </a:lnTo>
                <a:lnTo>
                  <a:pt x="0" y="126583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887275" y="8207188"/>
            <a:ext cx="905592" cy="1293702"/>
          </a:xfrm>
          <a:custGeom>
            <a:avLst/>
            <a:gdLst/>
            <a:ahLst/>
            <a:cxnLst/>
            <a:rect r="r" b="b" t="t" l="l"/>
            <a:pathLst>
              <a:path h="1293702" w="905592">
                <a:moveTo>
                  <a:pt x="0" y="0"/>
                </a:moveTo>
                <a:lnTo>
                  <a:pt x="905592" y="0"/>
                </a:lnTo>
                <a:lnTo>
                  <a:pt x="905592" y="1293702"/>
                </a:lnTo>
                <a:lnTo>
                  <a:pt x="0" y="129370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93463" y="8513046"/>
            <a:ext cx="896244" cy="987845"/>
          </a:xfrm>
          <a:custGeom>
            <a:avLst/>
            <a:gdLst/>
            <a:ahLst/>
            <a:cxnLst/>
            <a:rect r="r" b="b" t="t" l="l"/>
            <a:pathLst>
              <a:path h="987845" w="896244">
                <a:moveTo>
                  <a:pt x="0" y="0"/>
                </a:moveTo>
                <a:lnTo>
                  <a:pt x="896245" y="0"/>
                </a:lnTo>
                <a:lnTo>
                  <a:pt x="896245" y="987844"/>
                </a:lnTo>
                <a:lnTo>
                  <a:pt x="0" y="98784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395011" y="4119509"/>
            <a:ext cx="8869961" cy="257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7"/>
              </a:lnSpc>
            </a:pPr>
            <a:r>
              <a:rPr lang="en-US" sz="13498">
                <a:solidFill>
                  <a:srgbClr val="FF983D"/>
                </a:solidFill>
                <a:latin typeface="Retropix"/>
                <a:ea typeface="Retropix"/>
                <a:cs typeface="Retropix"/>
                <a:sym typeface="Retropix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DAG54QB4XnU</dc:identifier>
  <dcterms:modified xsi:type="dcterms:W3CDTF">2011-08-01T06:04:30Z</dcterms:modified>
  <cp:revision>1</cp:revision>
  <dc:title>Presentación Inteligencia Artificial Tecnológica Ilustrada Violeta y Naranja</dc:title>
</cp:coreProperties>
</file>